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3724a6b-4374-ac27-cc97-c7e4b28ff165}">
          <p14:sldIdLst>
            <p14:sldId id="256"/>
          </p14:sldIdLst>
        </p14:section>
        <p14:section name="Architecture" id="{6e53b4b9-dab8-a6c1-b522-a73a1277feba}">
          <p14:sldIdLst>
            <p14:sldId id="257"/>
          </p14:sldIdLst>
        </p14:section>
        <p14:section name="Workflow" id="{1d0b23d5-0312-0abd-fb61-36f223828c09}">
          <p14:sldIdLst>
            <p14:sldId id="258"/>
          </p14:sldIdLst>
        </p14:section>
        <p14:section name="Collaboration" id="{aad1f21c-c88d-a59b-75a5-d98547e99f9f}">
          <p14:sldIdLst>
            <p14:sldId id="259"/>
          </p14:sldIdLst>
        </p14:section>
        <p14:section name="Mission" id="{245c263c-538b-feb4-646c-9a002136802f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build a working Python recon scanner, learn Git and GitHub by doing, and leave with a project on your own GitHub profile. Repository link is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Reconnaissance is gathering information to understand what a target exposes. main.py coordinates; recon.py scans TCP ports; analysis.py maps ports to likely services; report.py prints the results. All modules share one results dictionary. The first version uses only the standard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 from starter code to your own project. Fork, clone, open in VS Code, implement and test, commit and push, keep going. Replace YOUR_USERNAME in the clone URL. The first push may need an upstream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routes. Individual: fork your own copy and build at your pace. Collaborative: a shared repository with permissions, feature branches and pull requests. Forking alone does not synchronise everyone's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objectives, a quick readiness checklist, and a reminder: only scan systems you own or have explicit permission to test. Then we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F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822960" cy="3818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0" y="47091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01  //  RECON SCANNER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k 0"/>
          <p:cNvSpPr/>
          <p:nvPr/>
        </p:nvSpPr>
        <p:spPr>
          <a:xfrm flipV="1">
            <a:off x="6126480" y="640080"/>
            <a:ext cx="2011680" cy="18288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3" name="Link 1"/>
          <p:cNvSpPr/>
          <p:nvPr/>
        </p:nvSpPr>
        <p:spPr>
          <a:xfrm>
            <a:off x="8138160" y="640080"/>
            <a:ext cx="457200" cy="109728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4" name="Link 2"/>
          <p:cNvSpPr/>
          <p:nvPr/>
        </p:nvSpPr>
        <p:spPr>
          <a:xfrm>
            <a:off x="6126480" y="822960"/>
            <a:ext cx="457200" cy="82296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5" name="Link 3"/>
          <p:cNvSpPr/>
          <p:nvPr/>
        </p:nvSpPr>
        <p:spPr>
          <a:xfrm flipV="1">
            <a:off x="5943600" y="1645920"/>
            <a:ext cx="640080" cy="164592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6" name="Link 4"/>
          <p:cNvSpPr/>
          <p:nvPr/>
        </p:nvSpPr>
        <p:spPr>
          <a:xfrm>
            <a:off x="5943600" y="3291840"/>
            <a:ext cx="914400" cy="118872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7" name="Link 5"/>
          <p:cNvSpPr/>
          <p:nvPr/>
        </p:nvSpPr>
        <p:spPr>
          <a:xfrm flipV="1">
            <a:off x="6858000" y="3931920"/>
            <a:ext cx="1097280" cy="54864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8" name="Link 6"/>
          <p:cNvSpPr/>
          <p:nvPr/>
        </p:nvSpPr>
        <p:spPr>
          <a:xfrm flipV="1">
            <a:off x="7955280" y="3200400"/>
            <a:ext cx="548640" cy="73152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9" name="Link 7"/>
          <p:cNvSpPr/>
          <p:nvPr/>
        </p:nvSpPr>
        <p:spPr>
          <a:xfrm flipV="1">
            <a:off x="8503920" y="1737360"/>
            <a:ext cx="91440" cy="146304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10" name="Link 8"/>
          <p:cNvSpPr/>
          <p:nvPr/>
        </p:nvSpPr>
        <p:spPr>
          <a:xfrm>
            <a:off x="6583680" y="1645920"/>
            <a:ext cx="2011680" cy="9144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11" name="Link 9"/>
          <p:cNvSpPr/>
          <p:nvPr/>
        </p:nvSpPr>
        <p:spPr>
          <a:xfrm flipV="1">
            <a:off x="5943600" y="3200400"/>
            <a:ext cx="2560320" cy="9144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12" name="Node 0"/>
          <p:cNvSpPr/>
          <p:nvPr/>
        </p:nvSpPr>
        <p:spPr>
          <a:xfrm>
            <a:off x="6062472" y="758952"/>
            <a:ext cx="128016" cy="128016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3" name="Node 1"/>
          <p:cNvSpPr/>
          <p:nvPr/>
        </p:nvSpPr>
        <p:spPr>
          <a:xfrm>
            <a:off x="8074152" y="576072"/>
            <a:ext cx="128016" cy="128016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7405F"/>
            </a:solidFill>
            <a:prstDash val="solid"/>
          </a:ln>
        </p:spPr>
      </p:sp>
      <p:sp>
        <p:nvSpPr>
          <p:cNvPr id="14" name="Node 2"/>
          <p:cNvSpPr/>
          <p:nvPr/>
        </p:nvSpPr>
        <p:spPr>
          <a:xfrm>
            <a:off x="8531352" y="1673352"/>
            <a:ext cx="128016" cy="128016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7405F"/>
            </a:solidFill>
            <a:prstDash val="solid"/>
          </a:ln>
        </p:spPr>
      </p:sp>
      <p:sp>
        <p:nvSpPr>
          <p:cNvPr id="15" name="Node 3"/>
          <p:cNvSpPr/>
          <p:nvPr/>
        </p:nvSpPr>
        <p:spPr>
          <a:xfrm>
            <a:off x="5879592" y="3227832"/>
            <a:ext cx="128016" cy="128016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Node 4"/>
          <p:cNvSpPr/>
          <p:nvPr/>
        </p:nvSpPr>
        <p:spPr>
          <a:xfrm>
            <a:off x="7891272" y="3867912"/>
            <a:ext cx="128016" cy="128016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7405F"/>
            </a:solidFill>
            <a:prstDash val="solid"/>
          </a:ln>
        </p:spPr>
      </p:sp>
      <p:sp>
        <p:nvSpPr>
          <p:cNvPr id="17" name="Node 5"/>
          <p:cNvSpPr/>
          <p:nvPr/>
        </p:nvSpPr>
        <p:spPr>
          <a:xfrm>
            <a:off x="8439912" y="3136392"/>
            <a:ext cx="128016" cy="128016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7405F"/>
            </a:solidFill>
            <a:prstDash val="solid"/>
          </a:ln>
        </p:spPr>
      </p:sp>
      <p:sp>
        <p:nvSpPr>
          <p:cNvPr id="18" name="Node 6"/>
          <p:cNvSpPr/>
          <p:nvPr/>
        </p:nvSpPr>
        <p:spPr>
          <a:xfrm>
            <a:off x="6793992" y="4416552"/>
            <a:ext cx="128016" cy="128016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9" name="Node 7"/>
          <p:cNvSpPr/>
          <p:nvPr/>
        </p:nvSpPr>
        <p:spPr>
          <a:xfrm>
            <a:off x="6519672" y="1581912"/>
            <a:ext cx="128016" cy="128016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7405F"/>
            </a:solidFill>
            <a:prstDash val="solid"/>
          </a:ln>
        </p:spPr>
      </p:sp>
      <p:pic>
        <p:nvPicPr>
          <p:cNvPr id="20" name="Image 0" descr="BCU Computing Socie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878257"/>
            <a:ext cx="2743200" cy="127268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BCUCOMPSOC // CYBERSECURITY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1051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SCANNER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2468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BCUCompSoc Cybersecurity Workshop 01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0175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Python reconnaissance scanner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 and GitHub through practical development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a project on your own GitHub profile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https://github.com/IvzCyberSec/BuildYourScanner_Workshop1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gathers information to understand a target's exposed network services.</a:t>
            </a:r>
            <a:endParaRPr lang="en-US" sz="1500" dirty="0"/>
          </a:p>
        </p:txBody>
      </p:sp>
      <p:sp>
        <p:nvSpPr>
          <p:cNvPr id="4" name="main.py bar"/>
          <p:cNvSpPr/>
          <p:nvPr/>
        </p:nvSpPr>
        <p:spPr>
          <a:xfrm>
            <a:off x="457200" y="1481328"/>
            <a:ext cx="8229600" cy="384048"/>
          </a:xfrm>
          <a:prstGeom prst="rect">
            <a:avLst/>
          </a:prstGeom>
          <a:solidFill>
            <a:srgbClr val="0A132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coordinates the program and passes results between stages</a:t>
            </a:r>
            <a:endParaRPr lang="en-US" sz="1400" dirty="0"/>
          </a:p>
        </p:txBody>
      </p:sp>
      <p:sp>
        <p:nvSpPr>
          <p:cNvPr id="6" name="Feed 0"/>
          <p:cNvSpPr/>
          <p:nvPr/>
        </p:nvSpPr>
        <p:spPr>
          <a:xfrm>
            <a:off x="1331595" y="1865376"/>
            <a:ext cx="0" cy="374904"/>
          </a:xfrm>
          <a:prstGeom prst="line">
            <a:avLst/>
          </a:prstGeom>
          <a:noFill/>
          <a:ln w="15875">
            <a:solidFill>
              <a:srgbClr val="27405F"/>
            </a:solidFill>
            <a:prstDash val="dash"/>
          </a:ln>
        </p:spPr>
      </p:sp>
      <p:sp>
        <p:nvSpPr>
          <p:cNvPr id="7" name="Stage 1"/>
          <p:cNvSpPr/>
          <p:nvPr/>
        </p:nvSpPr>
        <p:spPr>
          <a:xfrm>
            <a:off x="457200" y="2240280"/>
            <a:ext cx="1748790" cy="1371600"/>
          </a:xfrm>
          <a:prstGeom prst="rect">
            <a:avLst/>
          </a:prstGeom>
          <a:solidFill>
            <a:srgbClr val="1525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2368296"/>
            <a:ext cx="1492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651760"/>
            <a:ext cx="1492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/ hostname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3017520"/>
            <a:ext cx="1492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system supplied by the user</a:t>
            </a:r>
            <a:endParaRPr lang="en-US" sz="1200" dirty="0"/>
          </a:p>
        </p:txBody>
      </p:sp>
      <p:sp>
        <p:nvSpPr>
          <p:cNvPr id="11" name="Flow 0"/>
          <p:cNvSpPr/>
          <p:nvPr/>
        </p:nvSpPr>
        <p:spPr>
          <a:xfrm>
            <a:off x="2260854" y="2926080"/>
            <a:ext cx="3017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Feed 1"/>
          <p:cNvSpPr/>
          <p:nvPr/>
        </p:nvSpPr>
        <p:spPr>
          <a:xfrm>
            <a:off x="3491865" y="1865376"/>
            <a:ext cx="0" cy="374904"/>
          </a:xfrm>
          <a:prstGeom prst="line">
            <a:avLst/>
          </a:prstGeom>
          <a:noFill/>
          <a:ln w="15875">
            <a:solidFill>
              <a:srgbClr val="27405F"/>
            </a:solidFill>
            <a:prstDash val="dash"/>
          </a:ln>
        </p:spPr>
      </p:sp>
      <p:sp>
        <p:nvSpPr>
          <p:cNvPr id="13" name="Stage 2"/>
          <p:cNvSpPr/>
          <p:nvPr/>
        </p:nvSpPr>
        <p:spPr>
          <a:xfrm>
            <a:off x="2617470" y="2240280"/>
            <a:ext cx="1748790" cy="1371600"/>
          </a:xfrm>
          <a:prstGeom prst="rect">
            <a:avLst/>
          </a:prstGeom>
          <a:solidFill>
            <a:srgbClr val="1525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5486" y="2368296"/>
            <a:ext cx="1492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SCAN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45486" y="2651760"/>
            <a:ext cx="1492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recon.py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745486" y="3017520"/>
            <a:ext cx="1492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TCP ports and records open ports</a:t>
            </a:r>
            <a:endParaRPr lang="en-US" sz="1200" dirty="0"/>
          </a:p>
        </p:txBody>
      </p:sp>
      <p:sp>
        <p:nvSpPr>
          <p:cNvPr id="17" name="Flow 1"/>
          <p:cNvSpPr/>
          <p:nvPr/>
        </p:nvSpPr>
        <p:spPr>
          <a:xfrm>
            <a:off x="4421124" y="2926080"/>
            <a:ext cx="3017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Feed 2"/>
          <p:cNvSpPr/>
          <p:nvPr/>
        </p:nvSpPr>
        <p:spPr>
          <a:xfrm>
            <a:off x="5652135" y="1865376"/>
            <a:ext cx="0" cy="374904"/>
          </a:xfrm>
          <a:prstGeom prst="line">
            <a:avLst/>
          </a:prstGeom>
          <a:noFill/>
          <a:ln w="15875">
            <a:solidFill>
              <a:srgbClr val="27405F"/>
            </a:solidFill>
            <a:prstDash val="dash"/>
          </a:ln>
        </p:spPr>
      </p:sp>
      <p:sp>
        <p:nvSpPr>
          <p:cNvPr id="19" name="Stage 3"/>
          <p:cNvSpPr/>
          <p:nvPr/>
        </p:nvSpPr>
        <p:spPr>
          <a:xfrm>
            <a:off x="4777740" y="2240280"/>
            <a:ext cx="1748790" cy="1371600"/>
          </a:xfrm>
          <a:prstGeom prst="rect">
            <a:avLst/>
          </a:prstGeom>
          <a:solidFill>
            <a:srgbClr val="1525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05756" y="2368296"/>
            <a:ext cx="1492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ANALYSIS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905756" y="2651760"/>
            <a:ext cx="1492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analysis.py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905756" y="3017520"/>
            <a:ext cx="1492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port numbers to likely service names</a:t>
            </a:r>
            <a:endParaRPr lang="en-US" sz="1200" dirty="0"/>
          </a:p>
        </p:txBody>
      </p:sp>
      <p:sp>
        <p:nvSpPr>
          <p:cNvPr id="23" name="Flow 2"/>
          <p:cNvSpPr/>
          <p:nvPr/>
        </p:nvSpPr>
        <p:spPr>
          <a:xfrm>
            <a:off x="6581394" y="2926080"/>
            <a:ext cx="3017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4" name="Feed 3"/>
          <p:cNvSpPr/>
          <p:nvPr/>
        </p:nvSpPr>
        <p:spPr>
          <a:xfrm>
            <a:off x="7812405" y="1865376"/>
            <a:ext cx="0" cy="374904"/>
          </a:xfrm>
          <a:prstGeom prst="line">
            <a:avLst/>
          </a:prstGeom>
          <a:noFill/>
          <a:ln w="15875">
            <a:solidFill>
              <a:srgbClr val="27405F"/>
            </a:solidFill>
            <a:prstDash val="dash"/>
          </a:ln>
        </p:spPr>
      </p:sp>
      <p:sp>
        <p:nvSpPr>
          <p:cNvPr id="25" name="Stage 4"/>
          <p:cNvSpPr/>
          <p:nvPr/>
        </p:nvSpPr>
        <p:spPr>
          <a:xfrm>
            <a:off x="6938010" y="2240280"/>
            <a:ext cx="1748790" cy="1371600"/>
          </a:xfrm>
          <a:prstGeom prst="rect">
            <a:avLst/>
          </a:prstGeom>
          <a:solidFill>
            <a:srgbClr val="1525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66026" y="2368296"/>
            <a:ext cx="1492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REPORT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66026" y="2651760"/>
            <a:ext cx="1492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066026" y="3017520"/>
            <a:ext cx="1492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results in the terminal</a:t>
            </a:r>
            <a:endParaRPr lang="en-US" sz="1200" dirty="0"/>
          </a:p>
        </p:txBody>
      </p:sp>
      <p:sp>
        <p:nvSpPr>
          <p:cNvPr id="29" name="Shared data"/>
          <p:cNvSpPr/>
          <p:nvPr/>
        </p:nvSpPr>
        <p:spPr>
          <a:xfrm>
            <a:off x="457200" y="3813048"/>
            <a:ext cx="8229600" cy="384048"/>
          </a:xfrm>
          <a:prstGeom prst="rect">
            <a:avLst/>
          </a:prstGeom>
          <a:solidFill>
            <a:srgbClr val="0A1322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813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pPr indent="0" marL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shared dictionary:  </a:t>
            </a:r>
            <a:pPr indent="0" marL="0">
              <a:buNone/>
            </a:pPr>
            <a:r>
              <a:rPr lang="en-US" sz="1300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 |  ports  |  services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version: Python standard library only (socket), with no third-party packages.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STARTER CODE TO YOUR OWN PROJECT</a:t>
            </a:r>
            <a:endParaRPr lang="en-US" sz="2800" dirty="0"/>
          </a:p>
        </p:txBody>
      </p:sp>
      <p:sp>
        <p:nvSpPr>
          <p:cNvPr id="3" name="Workflow line"/>
          <p:cNvSpPr/>
          <p:nvPr/>
        </p:nvSpPr>
        <p:spPr>
          <a:xfrm>
            <a:off x="1143000" y="1170432"/>
            <a:ext cx="6858000" cy="0"/>
          </a:xfrm>
          <a:prstGeom prst="line">
            <a:avLst/>
          </a:prstGeom>
          <a:noFill/>
          <a:ln w="19050">
            <a:solidFill>
              <a:srgbClr val="27405F"/>
            </a:solidFill>
            <a:prstDash val="solid"/>
          </a:ln>
        </p:spPr>
      </p:sp>
      <p:sp>
        <p:nvSpPr>
          <p:cNvPr id="4" name="Step node 1"/>
          <p:cNvSpPr/>
          <p:nvPr/>
        </p:nvSpPr>
        <p:spPr>
          <a:xfrm>
            <a:off x="978408" y="1005840"/>
            <a:ext cx="329184" cy="329184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repository on GitHub</a:t>
            </a:r>
            <a:endParaRPr lang="en-US" sz="1250" dirty="0"/>
          </a:p>
        </p:txBody>
      </p:sp>
      <p:sp>
        <p:nvSpPr>
          <p:cNvPr id="7" name="Step node 2"/>
          <p:cNvSpPr/>
          <p:nvPr/>
        </p:nvSpPr>
        <p:spPr>
          <a:xfrm>
            <a:off x="2350008" y="1005840"/>
            <a:ext cx="329184" cy="329184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50008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83664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your fork to your computer</a:t>
            </a:r>
            <a:endParaRPr lang="en-US" sz="1250" dirty="0"/>
          </a:p>
        </p:txBody>
      </p:sp>
      <p:sp>
        <p:nvSpPr>
          <p:cNvPr id="10" name="Step node 3"/>
          <p:cNvSpPr/>
          <p:nvPr/>
        </p:nvSpPr>
        <p:spPr>
          <a:xfrm>
            <a:off x="3721608" y="1005840"/>
            <a:ext cx="329184" cy="329184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21608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55264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project in VS Code</a:t>
            </a:r>
            <a:endParaRPr lang="en-US" sz="1250" dirty="0"/>
          </a:p>
        </p:txBody>
      </p:sp>
      <p:sp>
        <p:nvSpPr>
          <p:cNvPr id="13" name="Step node 4"/>
          <p:cNvSpPr/>
          <p:nvPr/>
        </p:nvSpPr>
        <p:spPr>
          <a:xfrm>
            <a:off x="5093208" y="1005840"/>
            <a:ext cx="329184" cy="329184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93208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test the modules</a:t>
            </a:r>
            <a:endParaRPr lang="en-US" sz="1250" dirty="0"/>
          </a:p>
        </p:txBody>
      </p:sp>
      <p:sp>
        <p:nvSpPr>
          <p:cNvPr id="16" name="Step node 5"/>
          <p:cNvSpPr/>
          <p:nvPr/>
        </p:nvSpPr>
        <p:spPr>
          <a:xfrm>
            <a:off x="6464808" y="1005840"/>
            <a:ext cx="329184" cy="329184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4808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4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 your changes</a:t>
            </a:r>
            <a:endParaRPr lang="en-US" sz="1250" dirty="0"/>
          </a:p>
        </p:txBody>
      </p:sp>
      <p:sp>
        <p:nvSpPr>
          <p:cNvPr id="19" name="Step node 6"/>
          <p:cNvSpPr/>
          <p:nvPr/>
        </p:nvSpPr>
        <p:spPr>
          <a:xfrm>
            <a:off x="7836408" y="1005840"/>
            <a:ext cx="329184" cy="329184"/>
          </a:xfrm>
          <a:prstGeom prst="ellipse">
            <a:avLst/>
          </a:prstGeom>
          <a:solidFill>
            <a:srgbClr val="0F1A2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36408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70064" y="14447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developing after the workshop</a:t>
            </a:r>
            <a:endParaRPr lang="en-US" sz="1250" dirty="0"/>
          </a:p>
        </p:txBody>
      </p:sp>
      <p:sp>
        <p:nvSpPr>
          <p:cNvPr id="22" name="Terminal"/>
          <p:cNvSpPr/>
          <p:nvPr/>
        </p:nvSpPr>
        <p:spPr>
          <a:xfrm>
            <a:off x="457200" y="2103120"/>
            <a:ext cx="8229600" cy="2057400"/>
          </a:xfrm>
          <a:prstGeom prst="rect">
            <a:avLst/>
          </a:prstGeom>
          <a:solidFill>
            <a:srgbClr val="0A1322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148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 --  ~/BuildYourScanner_Workshop1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2450592"/>
            <a:ext cx="6446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</a:t>
            </a:r>
            <a:pPr indent="0" marL="0">
              <a:buNone/>
            </a:pPr>
            <a:r>
              <a:rPr lang="en-US" sz="11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YOUR_USERNAME</a:t>
            </a:r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/BuildYourScanner_Workshop1.git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245059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your fork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715768"/>
            <a:ext cx="6446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BuildYourScanner_Workshop1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715768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project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2980944"/>
            <a:ext cx="6446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2980944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changed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246120"/>
            <a:ext cx="6446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24612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your changes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511296"/>
            <a:ext cx="6446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"feat: implement scanner"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511296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3776472"/>
            <a:ext cx="6446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377647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GitHub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</a:t>
            </a:r>
            <a:pPr indent="0" marL="0"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YOUR_USERNAME</a:t>
            </a:r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your GitHub username. First push may need: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BUILD</a:t>
            </a:r>
            <a:endParaRPr lang="en-US" sz="2800" dirty="0"/>
          </a:p>
        </p:txBody>
      </p:sp>
      <p:sp>
        <p:nvSpPr>
          <p:cNvPr id="3" name="Column 1"/>
          <p:cNvSpPr/>
          <p:nvPr/>
        </p:nvSpPr>
        <p:spPr>
          <a:xfrm>
            <a:off x="457200" y="960120"/>
            <a:ext cx="4023360" cy="3017520"/>
          </a:xfrm>
          <a:prstGeom prst="rect">
            <a:avLst/>
          </a:prstGeom>
          <a:solidFill>
            <a:srgbClr val="1525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starter repository into your own GitHub account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scanner at your own pace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improvements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your own commits and portfolio project</a:t>
            </a:r>
            <a:endParaRPr lang="en-US" sz="1400" dirty="0"/>
          </a:p>
        </p:txBody>
      </p:sp>
      <p:sp>
        <p:nvSpPr>
          <p:cNvPr id="6" name="Workflow 1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solidFill>
            <a:srgbClr val="0A1322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→ Clone → Code → Commit → Push</a:t>
            </a:r>
            <a:endParaRPr lang="en-US" sz="1100" dirty="0"/>
          </a:p>
        </p:txBody>
      </p:sp>
      <p:sp>
        <p:nvSpPr>
          <p:cNvPr id="8" name="Column 2"/>
          <p:cNvSpPr/>
          <p:nvPr/>
        </p:nvSpPr>
        <p:spPr>
          <a:xfrm>
            <a:off x="4663440" y="960120"/>
            <a:ext cx="4023360" cy="3017520"/>
          </a:xfrm>
          <a:prstGeom prst="rect">
            <a:avLst/>
          </a:prstGeom>
          <a:solidFill>
            <a:srgbClr val="1525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0876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a small team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repository with the appropriate permissions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Python module to each person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feature branches and pull requests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test and merge each other's work</a:t>
            </a:r>
            <a:endParaRPr lang="en-US" sz="1400" dirty="0"/>
          </a:p>
        </p:txBody>
      </p:sp>
      <p:sp>
        <p:nvSpPr>
          <p:cNvPr id="11" name="Workflow 2"/>
          <p:cNvSpPr/>
          <p:nvPr/>
        </p:nvSpPr>
        <p:spPr>
          <a:xfrm>
            <a:off x="4846320" y="3383280"/>
            <a:ext cx="3657600" cy="457200"/>
          </a:xfrm>
          <a:prstGeom prst="rect">
            <a:avLst/>
          </a:prstGeom>
          <a:solidFill>
            <a:srgbClr val="0A1322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→ Code → Commit → Push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 → Review → Merge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965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fork gives you your own copy. </a:t>
            </a:r>
            <a:pPr indent="0" marL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repository lets authorised collaborators contribute to the same project. Forking alone does not automatically synchronise everyone's work.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2800" dirty="0"/>
          </a:p>
        </p:txBody>
      </p:sp>
      <p:sp>
        <p:nvSpPr>
          <p:cNvPr id="3" name="Objective 1"/>
          <p:cNvSpPr/>
          <p:nvPr/>
        </p:nvSpPr>
        <p:spPr>
          <a:xfrm>
            <a:off x="457200" y="960120"/>
            <a:ext cx="4572000" cy="731520"/>
          </a:xfrm>
          <a:prstGeom prst="rect">
            <a:avLst/>
          </a:prstGeom>
          <a:solidFill>
            <a:srgbClr val="1525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9601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TCP port scanner</a:t>
            </a:r>
            <a:endParaRPr lang="en-US" sz="1700" dirty="0"/>
          </a:p>
        </p:txBody>
      </p:sp>
      <p:sp>
        <p:nvSpPr>
          <p:cNvPr id="6" name="Objective 2"/>
          <p:cNvSpPr/>
          <p:nvPr/>
        </p:nvSpPr>
        <p:spPr>
          <a:xfrm>
            <a:off x="457200" y="1828800"/>
            <a:ext cx="4572000" cy="731520"/>
          </a:xfrm>
          <a:prstGeom prst="rect">
            <a:avLst/>
          </a:prstGeom>
          <a:solidFill>
            <a:srgbClr val="1525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the four Python modules interact</a:t>
            </a:r>
            <a:endParaRPr lang="en-US" sz="1700" dirty="0"/>
          </a:p>
        </p:txBody>
      </p:sp>
      <p:sp>
        <p:nvSpPr>
          <p:cNvPr id="9" name="Objective 3"/>
          <p:cNvSpPr/>
          <p:nvPr/>
        </p:nvSpPr>
        <p:spPr>
          <a:xfrm>
            <a:off x="457200" y="2697480"/>
            <a:ext cx="4572000" cy="731520"/>
          </a:xfrm>
          <a:prstGeom prst="rect">
            <a:avLst/>
          </a:prstGeom>
          <a:solidFill>
            <a:srgbClr val="1525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97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974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your work on GitHub</a:t>
            </a:r>
            <a:endParaRPr lang="en-US" sz="1700" dirty="0"/>
          </a:p>
        </p:txBody>
      </p:sp>
      <p:sp>
        <p:nvSpPr>
          <p:cNvPr id="12" name="Checklist"/>
          <p:cNvSpPr/>
          <p:nvPr/>
        </p:nvSpPr>
        <p:spPr>
          <a:xfrm>
            <a:off x="5303520" y="960120"/>
            <a:ext cx="3383280" cy="2514600"/>
          </a:xfrm>
          <a:prstGeom prst="rect">
            <a:avLst/>
          </a:prstGeom>
          <a:solidFill>
            <a:srgbClr val="0A1322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 we start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installed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18105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installed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2037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2037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ready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5968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5968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ready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9900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2990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repository opened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it. Understand it. Commit it. </a:t>
            </a:r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it.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use: scan only systems you own or have explicit permission to test.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CUCompSoc Recon">
  <a:themeElements>
    <a:clrScheme name="BCUCompSoc Recon">
      <a:dk1>
        <a:srgbClr val="0F1A2C"/>
      </a:dk1>
      <a:lt1>
        <a:srgbClr val="F2F6FA"/>
      </a:lt1>
      <a:dk2>
        <a:srgbClr val="15253D"/>
      </a:dk2>
      <a:lt2>
        <a:srgbClr val="9FB0C6"/>
      </a:lt2>
      <a:accent1>
        <a:srgbClr val="22D3EE"/>
      </a:accent1>
      <a:accent2>
        <a:srgbClr val="4ADE80"/>
      </a:accent2>
      <a:accent3>
        <a:srgbClr val="F5C542"/>
      </a:accent3>
      <a:accent4>
        <a:srgbClr val="3B82F6"/>
      </a:accent4>
      <a:accent5>
        <a:srgbClr val="27405F"/>
      </a:accent5>
      <a:accent6>
        <a:srgbClr val="0A1322"/>
      </a:accent6>
      <a:hlink>
        <a:srgbClr val="22D3EE"/>
      </a:hlink>
      <a:folHlink>
        <a:srgbClr val="9FB0C6"/>
      </a:folHlink>
    </a:clrScheme>
    <a:fontScheme name="BCUCompSoc Rec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Your Own Recon Scanner</dc:title>
  <dc:subject>PptxGenJS Presentation</dc:subject>
  <dc:creator>BCUCompSoc Cybersecurity</dc:creator>
  <cp:lastModifiedBy>BCUCompSoc Cybersecurity</cp:lastModifiedBy>
  <cp:revision>1</cp:revision>
  <dcterms:created xsi:type="dcterms:W3CDTF">2026-10-14T09:27:38Z</dcterms:created>
  <dcterms:modified xsi:type="dcterms:W3CDTF">2026-10-14T09:27:38Z</dcterms:modified>
</cp:coreProperties>
</file>